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f3c20e4-fbd9-ef3c-5e48-bd59139e02f4}">
          <p14:sldIdLst>
            <p14:sldId id="256"/>
            <p14:sldId id="257"/>
            <p14:sldId id="258"/>
          </p14:sldIdLst>
        </p14:section>
        <p14:section name="Impact &amp; Response" id="{4262fb5a-eab7-0c19-4f63-f569f4df78fb}">
          <p14:sldIdLst>
            <p14:sldId id="259"/>
            <p14:sldId id="260"/>
          </p14:sldIdLst>
        </p14:section>
        <p14:section name="Path Forward" id="{1e03ed68-0eb8-0fd1-849f-e0aa0aaf7174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2743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9509760" y="36576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Briefing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0515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240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Briefing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2, 2026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Security Operations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broke into our login server and stole the digital keys used to verify employee sign-ins.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those keys — or possibly a stolen password; this part is unconfirmed — they signed in to a cloud account.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gave a mail app permission to read every mailbox in the company, and added a hidden key so the access would survive a password reset.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used that access to read messages in one employee's inbox; we have not ruled out whether other mailboxes were viewed.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17220" y="3246120"/>
            <a:ext cx="2450592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" y="3246120"/>
            <a:ext cx="23042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keys stolen from the login 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7812" y="3781044"/>
            <a:ext cx="384048" cy="347472"/>
          </a:xfrm>
          <a:prstGeom prst="rightArrow">
            <a:avLst/>
          </a:prstGeom>
          <a:solidFill>
            <a:srgbClr val="8FA8D6"/>
          </a:solidFill>
          <a:ln/>
        </p:spPr>
      </p:sp>
      <p:sp>
        <p:nvSpPr>
          <p:cNvPr id="7" name="Shape 5"/>
          <p:cNvSpPr/>
          <p:nvPr/>
        </p:nvSpPr>
        <p:spPr>
          <a:xfrm>
            <a:off x="3451860" y="3246120"/>
            <a:ext cx="2450592" cy="1417320"/>
          </a:xfrm>
          <a:prstGeom prst="roundRect">
            <a:avLst>
              <a:gd name="adj" fmla="val 4516"/>
            </a:avLst>
          </a:prstGeom>
          <a:solidFill>
            <a:srgbClr val="4868A8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525012" y="3246120"/>
            <a:ext cx="23042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as a user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 unconfirmed)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02452" y="3781044"/>
            <a:ext cx="384048" cy="347472"/>
          </a:xfrm>
          <a:prstGeom prst="rightArrow">
            <a:avLst/>
          </a:prstGeom>
          <a:solidFill>
            <a:srgbClr val="8FA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286500" y="3246120"/>
            <a:ext cx="2450592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9652" y="3246120"/>
            <a:ext cx="23042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app given access to all mailboxes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7092" y="3781044"/>
            <a:ext cx="384048" cy="347472"/>
          </a:xfrm>
          <a:prstGeom prst="rightArrow">
            <a:avLst/>
          </a:prstGeom>
          <a:solidFill>
            <a:srgbClr val="8FA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21140" y="3246120"/>
            <a:ext cx="2450592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4292" y="3246120"/>
            <a:ext cx="23042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read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731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outline = step not confirmed by the investigation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 UTC — single day, August 2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3749040"/>
            <a:ext cx="10360152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6118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584448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2697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keys stolen from login server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49270" y="36118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6430" y="3886200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94890" y="4069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13:11–13:13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94890" y="44622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key for those signing keys accessed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21301" y="3611880"/>
            <a:ext cx="274320" cy="2743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8461" y="3584448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6921" y="2697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13:15–13:25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66921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Unconfirmed: how the attacker reached the cloud account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93331" y="36118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0491" y="3886200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8951" y="4069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13:25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38951" y="44622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app given access to all mailboxes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65362" y="36118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2522" y="3584448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10982" y="2697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13:29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10982" y="30906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backdoor key added to the mail 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137392" y="36118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74552" y="3886200"/>
            <a:ext cx="0" cy="30175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30384" y="4069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13:32–13:41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30384" y="446227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inbox read (7 messages)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1371600"/>
            <a:ext cx="48600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At Risk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3629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impersonate any employee's sign-in, company-wide.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every mailbox in the company, via the mail app's broad permission.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3716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80276" y="1371600"/>
            <a:ext cx="48600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Compromised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77356" y="1920240"/>
            <a:ext cx="536295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employee's inbox — 7 messages confirmed read.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mailboxes: access not ruled out — currently unknown.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CE9C6"/>
          </a:solidFill>
          <a:ln w="15875">
            <a:solidFill>
              <a:srgbClr val="D990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01752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 </a:t>
            </a:r>
            <a:pPr algn="l" indent="0" marL="0">
              <a:buNone/>
            </a:pPr>
            <a:r>
              <a:rPr lang="en-US" sz="18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Response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538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Taken:  </a:t>
            </a:r>
            <a:pPr indent="0" marL="0">
              <a:buNone/>
            </a:pPr>
            <a:r>
              <a:rPr lang="en-US" sz="15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76856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4884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Approach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651760"/>
            <a:ext cx="103144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how the attacker signed in (stolen keys vs. a real password).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login server activity logs for more detail.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mailboxes beyond the one confirmed were accessed.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the attacker first got into our systems.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56285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4434840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Involved:  </a:t>
            </a:r>
            <a:pPr indent="0" marL="0">
              <a:buNone/>
            </a:pPr>
            <a:r>
              <a:rPr lang="en-US" sz="15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Priorities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3179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Off Attacker Access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179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the mail app's hidden key and broad mailbox permissions; reset the compromised account.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649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364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22064" y="16002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4944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494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04944" y="2286000"/>
            <a:ext cx="3179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Stolen Signing Keys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04944" y="2834640"/>
            <a:ext cx="3179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new signing keys so the stolen ones can no longer be used to impersonate sign-ins.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04944" y="33649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4868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4944" y="3364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5488" y="160020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8368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8368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78368" y="2286000"/>
            <a:ext cx="3179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Privileged Admin Account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78368" y="2834640"/>
            <a:ext cx="3179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credentials on the highly privileged admin account used to carry out the attack.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8368" y="336499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8368" y="3364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Requirements:  </a:t>
            </a:r>
            <a:pPr indent="0" marL="0">
              <a:buNone/>
            </a:pPr>
            <a:r>
              <a:rPr lang="en-US" sz="14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103120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Action Item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Confirm how the attacker signed in to the cloud account (stolen keys vs. a real password)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Review login server activity logs for additional detail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Check whether mailboxes beyond the one confirmed were accessed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Determine how the attacker first gained access to our systems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000"/>
                          </a:solidFill>
                        </a:rPr>
                        <a:t>[TBD]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74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Meeting:  </a:t>
            </a:r>
            <a:pPr indent="0" marL="0">
              <a:buNone/>
            </a:pPr>
            <a:r>
              <a:rPr lang="en-US" sz="15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0515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2402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4612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pPr algn="ctr" indent="0" marL="0">
              <a:buNone/>
            </a:pPr>
            <a:r>
              <a:rPr lang="en-US" sz="17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0" y="3749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Incident Response Report (Incident_Response_Report.docx)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ExecutiveSecurity">
  <a:themeElements>
    <a:clrScheme name="MidnightExecutiveSecurity">
      <a:dk1>
        <a:srgbClr val="000000"/>
      </a:dk1>
      <a:lt1>
        <a:srgbClr val="FFFFFF"/>
      </a:lt1>
      <a:dk2>
        <a:srgbClr val="1E2761"/>
      </a:dk2>
      <a:lt2>
        <a:srgbClr val="CADCFC"/>
      </a:lt2>
      <a:accent1>
        <a:srgbClr val="1E2761"/>
      </a:accent1>
      <a:accent2>
        <a:srgbClr val="C0392B"/>
      </a:accent2>
      <a:accent3>
        <a:srgbClr val="CADCFC"/>
      </a:accent3>
      <a:accent4>
        <a:srgbClr val="D99000"/>
      </a:accent4>
      <a:accent5>
        <a:srgbClr val="4868A8"/>
      </a:accent5>
      <a:accent6>
        <a:srgbClr val="8FA8D6"/>
      </a:accent6>
      <a:hlink>
        <a:srgbClr val="1E2761"/>
      </a:hlink>
      <a:folHlink>
        <a:srgbClr val="4868A8"/>
      </a:folHlink>
    </a:clrScheme>
    <a:fontScheme name="MidnightExecutiveSecu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2026-10-02T06:32:51Z</dcterms:created>
  <dcterms:modified xsi:type="dcterms:W3CDTF">2026-10-02T06:32:51Z</dcterms:modified>
</cp:coreProperties>
</file>